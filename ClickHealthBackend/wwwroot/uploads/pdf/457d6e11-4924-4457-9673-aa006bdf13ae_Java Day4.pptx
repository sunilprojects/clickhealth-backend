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52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Introduction to Object-Oriented Programming (OOP)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rPr dirty="0"/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OOP stands for </a:t>
            </a:r>
            <a:r>
              <a:rPr lang="en-US" sz="2400" b="1" dirty="0"/>
              <a:t>Object-Oriented Programming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a programming approach based on </a:t>
            </a:r>
            <a:r>
              <a:rPr lang="en-US" sz="2400" b="1" dirty="0"/>
              <a:t>objects and classes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Focuses on </a:t>
            </a:r>
            <a:r>
              <a:rPr lang="en-US" sz="2400" b="1" dirty="0"/>
              <a:t>data (objects)</a:t>
            </a:r>
            <a:r>
              <a:rPr lang="en-US" sz="2400" dirty="0"/>
              <a:t> rather than just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Helps in </a:t>
            </a:r>
            <a:r>
              <a:rPr lang="en-US" sz="2400" b="1" dirty="0"/>
              <a:t>organizing code</a:t>
            </a:r>
            <a:r>
              <a:rPr lang="en-US" sz="2400" dirty="0"/>
              <a:t> in a clean and structured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Makes programs </a:t>
            </a:r>
            <a:r>
              <a:rPr lang="en-US" sz="2400" b="1" dirty="0"/>
              <a:t>easier to understand, maintain, and modify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Supports </a:t>
            </a:r>
            <a:r>
              <a:rPr lang="en-US" sz="2400" b="1" dirty="0"/>
              <a:t>reusability</a:t>
            </a:r>
            <a:r>
              <a:rPr lang="en-US" sz="2400" dirty="0"/>
              <a:t> by creating multiple objects from a single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Models </a:t>
            </a:r>
            <a:r>
              <a:rPr lang="en-US" sz="2400" b="1" dirty="0"/>
              <a:t>real-world things</a:t>
            </a:r>
            <a:r>
              <a:rPr lang="en-US" sz="2400" dirty="0"/>
              <a:t> like Student, Car, Book, etc., into programs.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Class &amp;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Class: A blueprint to create objects.</a:t>
            </a:r>
          </a:p>
          <a:p>
            <a:r>
              <a:rPr dirty="0"/>
              <a:t>Object: A real-world entity created from a class.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Student {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	</a:t>
            </a:r>
            <a:r>
              <a:rPr dirty="0"/>
              <a:t>String name;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lang="en-US" dirty="0"/>
              <a:t>  </a:t>
            </a:r>
            <a:r>
              <a:rPr dirty="0"/>
              <a:t> int roll;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</a:t>
            </a:r>
            <a:r>
              <a:rPr sz="2800" dirty="0"/>
              <a:t>Methods define behavior of an object.</a:t>
            </a:r>
          </a:p>
          <a:p>
            <a:r>
              <a:rPr sz="2800" dirty="0"/>
              <a:t>They perform actions.</a:t>
            </a:r>
          </a:p>
          <a:p>
            <a:endParaRPr sz="2800" dirty="0"/>
          </a:p>
          <a:p>
            <a:r>
              <a:rPr sz="2800" dirty="0"/>
              <a:t>Example:</a:t>
            </a:r>
          </a:p>
          <a:p>
            <a:pPr marL="0" indent="0">
              <a:buNone/>
            </a:pPr>
            <a:r>
              <a:rPr sz="2800" dirty="0"/>
              <a:t>class Student {</a:t>
            </a:r>
          </a:p>
          <a:p>
            <a:pPr marL="0" indent="0">
              <a:buNone/>
            </a:pPr>
            <a:r>
              <a:rPr sz="2800" dirty="0"/>
              <a:t>    void display() {</a:t>
            </a:r>
          </a:p>
          <a:p>
            <a:pPr marL="0" indent="0">
              <a:buNone/>
            </a:pPr>
            <a:r>
              <a:rPr sz="2800" dirty="0"/>
              <a:t>        </a:t>
            </a:r>
            <a:r>
              <a:rPr sz="2800" dirty="0" err="1"/>
              <a:t>System.out.println</a:t>
            </a:r>
            <a:r>
              <a:rPr sz="2800" dirty="0"/>
              <a:t>("This is a method.");</a:t>
            </a:r>
          </a:p>
          <a:p>
            <a:pPr marL="0" indent="0">
              <a:buNone/>
            </a:pPr>
            <a:r>
              <a:rPr sz="2800" dirty="0"/>
              <a:t> 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 Used to initialize objects.</a:t>
            </a:r>
          </a:p>
          <a:p>
            <a:r>
              <a:rPr dirty="0"/>
              <a:t> Constructor name = Class name.</a:t>
            </a:r>
          </a:p>
          <a:p>
            <a:endParaRPr dirty="0"/>
          </a:p>
          <a:p>
            <a:r>
              <a:rPr dirty="0"/>
              <a:t>Default Constructor Example:</a:t>
            </a:r>
          </a:p>
          <a:p>
            <a:pPr marL="0" indent="0">
              <a:buNone/>
            </a:pPr>
            <a:r>
              <a:rPr dirty="0"/>
              <a:t>Student() {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("Default Constructor Called");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 Used to assign initial values at object creation.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Student {</a:t>
            </a:r>
          </a:p>
          <a:p>
            <a:pPr marL="0" indent="0">
              <a:buNone/>
            </a:pPr>
            <a:r>
              <a:rPr dirty="0"/>
              <a:t>    String name;</a:t>
            </a:r>
          </a:p>
          <a:p>
            <a:pPr marL="0" indent="0">
              <a:buNone/>
            </a:pPr>
            <a:r>
              <a:rPr dirty="0"/>
              <a:t>    int roll;</a:t>
            </a:r>
          </a:p>
          <a:p>
            <a:pPr marL="0" indent="0">
              <a:buNone/>
            </a:pPr>
            <a:r>
              <a:rPr dirty="0"/>
              <a:t>   Student(String n, int r) {</a:t>
            </a:r>
          </a:p>
          <a:p>
            <a:pPr marL="0" indent="0">
              <a:buNone/>
            </a:pPr>
            <a:r>
              <a:rPr dirty="0"/>
              <a:t>        name = n;</a:t>
            </a:r>
          </a:p>
          <a:p>
            <a:pPr marL="0" indent="0">
              <a:buNone/>
            </a:pPr>
            <a:r>
              <a:rPr dirty="0"/>
              <a:t>        roll = r;</a:t>
            </a:r>
          </a:p>
          <a:p>
            <a:pPr marL="0" indent="0">
              <a:buNone/>
            </a:pPr>
            <a:r>
              <a:rPr dirty="0"/>
              <a:t> 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this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 Used to refer to current object.</a:t>
            </a:r>
          </a:p>
          <a:p>
            <a:r>
              <a:rPr dirty="0"/>
              <a:t> Helps to avoid confusion between local and instance variables.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Student {</a:t>
            </a:r>
          </a:p>
          <a:p>
            <a:pPr marL="0" indent="0">
              <a:buNone/>
            </a:pPr>
            <a:r>
              <a:rPr dirty="0"/>
              <a:t>    String name;</a:t>
            </a:r>
          </a:p>
          <a:p>
            <a:pPr marL="0" indent="0">
              <a:buNone/>
            </a:pPr>
            <a:r>
              <a:rPr dirty="0"/>
              <a:t>    Student(String name) {</a:t>
            </a:r>
          </a:p>
          <a:p>
            <a:pPr marL="0" indent="0">
              <a:buNone/>
            </a:pPr>
            <a:r>
              <a:rPr dirty="0"/>
              <a:t>        this.name = name; // refers to instance variable</a:t>
            </a:r>
          </a:p>
          <a:p>
            <a:pPr marL="0" indent="0">
              <a:buNone/>
            </a:pPr>
            <a:r>
              <a:rPr dirty="0"/>
              <a:t> 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274639"/>
            <a:ext cx="7721600" cy="246062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dirty="0"/>
              <a:t>Complete Student Class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698500"/>
            <a:ext cx="8229600" cy="6007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class Student {</a:t>
            </a:r>
          </a:p>
          <a:p>
            <a:pPr marL="0" indent="0">
              <a:buNone/>
            </a:pPr>
            <a:r>
              <a:rPr sz="1800" dirty="0"/>
              <a:t>    String name;</a:t>
            </a:r>
          </a:p>
          <a:p>
            <a:pPr marL="0" indent="0">
              <a:buNone/>
            </a:pPr>
            <a:r>
              <a:rPr sz="1800" dirty="0"/>
              <a:t>    int roll;</a:t>
            </a:r>
          </a:p>
          <a:p>
            <a:pPr marL="0" indent="0">
              <a:buNone/>
            </a:pPr>
            <a:r>
              <a:rPr sz="1800" dirty="0"/>
              <a:t>    Student(String name, int roll) {</a:t>
            </a:r>
            <a:endParaRPr lang="en-US" sz="1800" dirty="0"/>
          </a:p>
          <a:p>
            <a:pPr marL="0" indent="0">
              <a:buNone/>
            </a:pPr>
            <a:r>
              <a:rPr sz="1800" dirty="0"/>
              <a:t>        this.name = name;</a:t>
            </a:r>
          </a:p>
          <a:p>
            <a:pPr marL="0" indent="0">
              <a:buNone/>
            </a:pPr>
            <a:r>
              <a:rPr sz="1800" dirty="0"/>
              <a:t>      </a:t>
            </a:r>
            <a:r>
              <a:rPr sz="1800" dirty="0" err="1"/>
              <a:t>this.roll</a:t>
            </a:r>
            <a:r>
              <a:rPr sz="1800" dirty="0"/>
              <a:t> = roll;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    </a:t>
            </a:r>
            <a:r>
              <a:rPr lang="en-US" sz="1800" dirty="0"/>
              <a:t>void display() {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("Name: " + name);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("Roll: " + roll);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public class Main {</a:t>
            </a:r>
          </a:p>
          <a:p>
            <a:pPr marL="0" indent="0">
              <a:buNone/>
            </a:pPr>
            <a:r>
              <a:rPr lang="en-US" sz="1800" dirty="0"/>
              <a:t> 	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  	Student s1 = new Student("Divya", 101);</a:t>
            </a:r>
          </a:p>
          <a:p>
            <a:pPr marL="0" indent="0">
              <a:buNone/>
            </a:pPr>
            <a:r>
              <a:rPr lang="en-US" sz="1800" dirty="0"/>
              <a:t>           s1.display();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405</Words>
  <Application>Microsoft Office PowerPoint</Application>
  <PresentationFormat>On-screen Show (4:3)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Introduction to Object-Oriented Programming (OOP)</vt:lpstr>
      <vt:lpstr>What is OOP?</vt:lpstr>
      <vt:lpstr>Class &amp; Object</vt:lpstr>
      <vt:lpstr>Methods</vt:lpstr>
      <vt:lpstr>Constructors</vt:lpstr>
      <vt:lpstr>Parameterized Constructor</vt:lpstr>
      <vt:lpstr>this Keyword</vt:lpstr>
      <vt:lpstr>Complete Student Class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Object-Oriented Programming (OOP)</dc:title>
  <dc:subject/>
  <dc:creator/>
  <cp:keywords/>
  <dc:description>generated using python-pptx</dc:description>
  <cp:lastModifiedBy>Divyashree G V</cp:lastModifiedBy>
  <cp:revision>2</cp:revision>
  <dcterms:created xsi:type="dcterms:W3CDTF">2013-01-27T09:14:16Z</dcterms:created>
  <dcterms:modified xsi:type="dcterms:W3CDTF">2025-11-11T16:48:22Z</dcterms:modified>
  <cp:category/>
</cp:coreProperties>
</file>